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bbaahsrImEL4WS9mLU7PfuJF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88d693ce4b_1_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188d693ce4b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531537e6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f531537e6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31537e65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f531537e65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31537e6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f531537e6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531537e6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f531537e6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31537e6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f531537e65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V Title Slide">
  <p:cSld name="SV Title Slide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b="2" l="0" r="0" t="3726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35482" l="0" r="0" t="28195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ctrTitle"/>
          </p:nvPr>
        </p:nvSpPr>
        <p:spPr>
          <a:xfrm>
            <a:off x="906092" y="1478904"/>
            <a:ext cx="7493217" cy="932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000"/>
              <a:buFont typeface="Calibri"/>
              <a:buNone/>
              <a:defRPr b="1" sz="4000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906092" y="2410911"/>
            <a:ext cx="7491674" cy="62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906092" y="3045735"/>
            <a:ext cx="7491674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15559F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595959"/>
                </a:solidFill>
              </a:defRPr>
            </a:lvl2pPr>
            <a:lvl3pPr indent="-330200" lvl="2" marL="1371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>
                <a:solidFill>
                  <a:srgbClr val="595959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>
                <a:solidFill>
                  <a:srgbClr val="595959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3" type="body"/>
          </p:nvPr>
        </p:nvSpPr>
        <p:spPr>
          <a:xfrm>
            <a:off x="906091" y="3798960"/>
            <a:ext cx="7491673" cy="3968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15559F"/>
                </a:solidFill>
              </a:defRPr>
            </a:lvl1pPr>
            <a:lvl2pPr indent="-33147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and Content">
  <p:cSld name="Title Sub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609600" y="1484802"/>
            <a:ext cx="1097280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2" type="body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i="1" sz="2400">
                <a:solidFill>
                  <a:srgbClr val="15559F"/>
                </a:solidFill>
              </a:defRPr>
            </a:lvl1pPr>
            <a:lvl2pPr indent="-33147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2" l="0" r="0" t="3726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 b="35482" l="0" r="0" t="28195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/>
          <p:nvPr>
            <p:ph type="ctrTitle"/>
          </p:nvPr>
        </p:nvSpPr>
        <p:spPr>
          <a:xfrm>
            <a:off x="906092" y="1478904"/>
            <a:ext cx="7491674" cy="932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000"/>
              <a:buFont typeface="Calibri"/>
              <a:buNone/>
              <a:defRPr b="1" sz="4000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906092" y="2410911"/>
            <a:ext cx="7491674" cy="62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>
  <p:cSld name="Outlin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0" y="1215390"/>
            <a:ext cx="12192000" cy="1295438"/>
          </a:xfrm>
          <a:prstGeom prst="rect">
            <a:avLst/>
          </a:prstGeom>
          <a:solidFill>
            <a:srgbClr val="15559F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609600" y="129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1524000" y="2688610"/>
            <a:ext cx="10058400" cy="3559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SzPts val="2400"/>
              <a:buFont typeface="Calibri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Font typeface="Calibri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1" l="0" r="0" t="70981"/>
          <a:stretch/>
        </p:blipFill>
        <p:spPr>
          <a:xfrm>
            <a:off x="0" y="2021759"/>
            <a:ext cx="12192000" cy="2540001"/>
          </a:xfrm>
          <a:prstGeom prst="rect">
            <a:avLst/>
          </a:prstGeom>
          <a:gradFill>
            <a:gsLst>
              <a:gs pos="0">
                <a:srgbClr val="15559F"/>
              </a:gs>
              <a:gs pos="38000">
                <a:srgbClr val="15559F"/>
              </a:gs>
              <a:gs pos="74000">
                <a:srgbClr val="AEC5E1"/>
              </a:gs>
              <a:gs pos="83000">
                <a:srgbClr val="AEC5E1"/>
              </a:gs>
              <a:gs pos="100000">
                <a:srgbClr val="C8D8EB"/>
              </a:gs>
            </a:gsLst>
            <a:lin ang="5400000" scaled="0"/>
          </a:gradFill>
          <a:ln>
            <a:noFill/>
          </a:ln>
        </p:spPr>
      </p:pic>
      <p:sp>
        <p:nvSpPr>
          <p:cNvPr id="41" name="Google Shape;41;p10"/>
          <p:cNvSpPr/>
          <p:nvPr/>
        </p:nvSpPr>
        <p:spPr>
          <a:xfrm>
            <a:off x="0" y="2021759"/>
            <a:ext cx="12192000" cy="2540001"/>
          </a:xfrm>
          <a:prstGeom prst="rect">
            <a:avLst/>
          </a:prstGeom>
          <a:gradFill>
            <a:gsLst>
              <a:gs pos="0">
                <a:srgbClr val="15559F"/>
              </a:gs>
              <a:gs pos="50000">
                <a:srgbClr val="15559F"/>
              </a:gs>
              <a:gs pos="70000">
                <a:srgbClr val="15559F">
                  <a:alpha val="80000"/>
                </a:srgbClr>
              </a:gs>
              <a:gs pos="80000">
                <a:srgbClr val="15559F">
                  <a:alpha val="60000"/>
                </a:srgbClr>
              </a:gs>
              <a:gs pos="90000">
                <a:srgbClr val="15559F">
                  <a:alpha val="40000"/>
                </a:srgbClr>
              </a:gs>
              <a:gs pos="100000">
                <a:srgbClr val="15559F">
                  <a:alpha val="2000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0"/>
          <p:cNvSpPr txBox="1"/>
          <p:nvPr>
            <p:ph type="title"/>
          </p:nvPr>
        </p:nvSpPr>
        <p:spPr>
          <a:xfrm>
            <a:off x="609601" y="2010333"/>
            <a:ext cx="10384465" cy="12538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609601" y="3430818"/>
            <a:ext cx="10384465" cy="111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i="1" sz="2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ubtitle">
  <p:cSld name="Two Column Subtitl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609600" y="1502383"/>
            <a:ext cx="538480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2" type="body"/>
          </p:nvPr>
        </p:nvSpPr>
        <p:spPr>
          <a:xfrm>
            <a:off x="6197600" y="1502383"/>
            <a:ext cx="538480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3" type="body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i="1" sz="2400">
                <a:solidFill>
                  <a:srgbClr val="15559F"/>
                </a:solidFill>
              </a:defRPr>
            </a:lvl1pPr>
            <a:lvl2pPr indent="-33147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Subtitle">
  <p:cSld name="Three Column Sub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609600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2" type="body"/>
          </p:nvPr>
        </p:nvSpPr>
        <p:spPr>
          <a:xfrm>
            <a:off x="8016242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3" type="body"/>
          </p:nvPr>
        </p:nvSpPr>
        <p:spPr>
          <a:xfrm>
            <a:off x="4312921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i="1" sz="2400">
                <a:solidFill>
                  <a:srgbClr val="15559F"/>
                </a:solidFill>
              </a:defRPr>
            </a:lvl1pPr>
            <a:lvl2pPr indent="-33147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Gray Bar">
  <p:cSld name="Title and Content Gray Ba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609600" y="1476007"/>
            <a:ext cx="1097280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i="1" sz="2400">
                <a:solidFill>
                  <a:srgbClr val="15559F"/>
                </a:solidFill>
              </a:defRPr>
            </a:lvl1pPr>
            <a:lvl2pPr indent="-33147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Gray">
  <p:cSld name="Two Column Gra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09600" y="1470072"/>
            <a:ext cx="53848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6197600" y="1470072"/>
            <a:ext cx="53848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3" type="body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i="1" sz="2400">
                <a:solidFill>
                  <a:srgbClr val="15559F"/>
                </a:solidFill>
              </a:defRPr>
            </a:lvl1pPr>
            <a:lvl2pPr indent="-33147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Subtitle Gray Bar">
  <p:cSld name="Three Column Subtitle Gray Ba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09600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8016242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3" type="body"/>
          </p:nvPr>
        </p:nvSpPr>
        <p:spPr>
          <a:xfrm>
            <a:off x="4312921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4" type="body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i="1" sz="2400">
                <a:solidFill>
                  <a:srgbClr val="15559F"/>
                </a:solidFill>
              </a:defRPr>
            </a:lvl1pPr>
            <a:lvl2pPr indent="-33147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 Subtitle Gray Bar">
  <p:cSld name="Four Content Subtitle Gray Ba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09600" y="145869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6197600" y="145869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body"/>
          </p:nvPr>
        </p:nvSpPr>
        <p:spPr>
          <a:xfrm>
            <a:off x="609600" y="397207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4" type="body"/>
          </p:nvPr>
        </p:nvSpPr>
        <p:spPr>
          <a:xfrm>
            <a:off x="6197600" y="397207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5" type="body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i="1" sz="2400">
                <a:solidFill>
                  <a:srgbClr val="15559F"/>
                </a:solidFill>
              </a:defRPr>
            </a:lvl1pPr>
            <a:lvl2pPr indent="-33147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2">
            <a:alphaModFix/>
          </a:blip>
          <a:srcRect b="2" l="0" r="0" t="3726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35482" l="0" r="0" t="28195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1360968" y="1832339"/>
            <a:ext cx="43634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logo">
  <p:cSld name="End logo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85787" y="2804741"/>
            <a:ext cx="4620426" cy="124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/>
          <p:nvPr/>
        </p:nvSpPr>
        <p:spPr>
          <a:xfrm>
            <a:off x="0" y="6135880"/>
            <a:ext cx="12192000" cy="722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147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alibri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" name="Google Shape;12;p3"/>
          <p:cNvPicPr preferRelativeResize="0"/>
          <p:nvPr/>
        </p:nvPicPr>
        <p:blipFill rotWithShape="1">
          <a:blip r:embed="rId1">
            <a:alphaModFix/>
          </a:blip>
          <a:srcRect b="35482" l="0" r="0" t="28195"/>
          <a:stretch/>
        </p:blipFill>
        <p:spPr>
          <a:xfrm>
            <a:off x="249382" y="6291052"/>
            <a:ext cx="1422035" cy="43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/>
        </p:nvSpPr>
        <p:spPr>
          <a:xfrm>
            <a:off x="1581788" y="6356351"/>
            <a:ext cx="18812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2025 Si-Vision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4174226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Si-Vision Confidential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10613872" y="6431191"/>
            <a:ext cx="9685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8d693ce4b_1_9"/>
          <p:cNvSpPr txBox="1"/>
          <p:nvPr>
            <p:ph type="ctrTitle"/>
          </p:nvPr>
        </p:nvSpPr>
        <p:spPr>
          <a:xfrm>
            <a:off x="906092" y="1478904"/>
            <a:ext cx="7493217" cy="932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" name="Google Shape;94;g188d693ce4b_1_9"/>
          <p:cNvSpPr txBox="1"/>
          <p:nvPr>
            <p:ph idx="1" type="subTitle"/>
          </p:nvPr>
        </p:nvSpPr>
        <p:spPr>
          <a:xfrm>
            <a:off x="906092" y="2410911"/>
            <a:ext cx="7491674" cy="62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5" name="Google Shape;95;g188d693ce4b_1_9"/>
          <p:cNvSpPr txBox="1"/>
          <p:nvPr>
            <p:ph idx="2" type="body"/>
          </p:nvPr>
        </p:nvSpPr>
        <p:spPr>
          <a:xfrm>
            <a:off x="906092" y="3045735"/>
            <a:ext cx="7491674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6" name="Google Shape;96;g188d693ce4b_1_9"/>
          <p:cNvSpPr txBox="1"/>
          <p:nvPr>
            <p:ph idx="3" type="body"/>
          </p:nvPr>
        </p:nvSpPr>
        <p:spPr>
          <a:xfrm>
            <a:off x="906091" y="3798960"/>
            <a:ext cx="7491673" cy="3968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2018-02-11T07:45:12Z</dcterms:created>
  <dc:creator>asalah</dc:creator>
</cp:coreProperties>
</file>